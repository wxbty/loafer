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188720"/>
            <a:ext cx="3474720" cy="3474720"/>
          </a:xfrm>
          <a:prstGeom prst="ellipse">
            <a:avLst/>
          </a:prstGeom>
          <a:solidFill>
            <a:srgbClr val="D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64240" y="-274320"/>
            <a:ext cx="1463040" cy="1463040"/>
          </a:xfrm>
          <a:prstGeom prst="ellipse">
            <a:avLst/>
          </a:prstGeom>
          <a:solidFill>
            <a:srgbClr val="C9D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914400" y="5212080"/>
            <a:ext cx="2743200" cy="2743200"/>
          </a:xfrm>
          <a:prstGeom prst="ellipse">
            <a:avLst/>
          </a:prstGeom>
          <a:solidFill>
            <a:srgbClr val="D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91440" y="5852160"/>
            <a:ext cx="1005840" cy="1005840"/>
          </a:xfrm>
          <a:prstGeom prst="ellipse">
            <a:avLst/>
          </a:prstGeom>
          <a:solidFill>
            <a:srgbClr val="C9D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10149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>
                <a:solidFill>
                  <a:srgbClr val="111827"/>
                </a:solidFill>
                <a:latin typeface="微软雅黑"/>
                <a:ea typeface="微软雅黑"/>
              </a:rPr>
              <a:t>Loafer 多 Agent 软件交付平台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3346704"/>
            <a:ext cx="146304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639312"/>
            <a:ext cx="10149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2563EB"/>
                </a:solidFill>
                <a:latin typeface="微软雅黑"/>
                <a:ea typeface="微软雅黑"/>
              </a:rPr>
              <a:t>GOAI 世界人工智能开源大赛 · Agent Infra 赛道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789"/>
                </a:solidFill>
                <a:latin typeface="微软雅黑"/>
                <a:ea typeface="微软雅黑"/>
              </a:rPr>
              <a:t>选题方向：软件研发全流程协同    团队：[待填写]    2026-08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Loafer 多 Agent 软件交付平台 · GOAI Agent Infra 初赛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465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822960"/>
            <a:ext cx="2926080" cy="2926080"/>
          </a:xfrm>
          <a:prstGeom prst="ellipse">
            <a:avLst/>
          </a:prstGeom>
          <a:solidFill>
            <a:srgbClr val="D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91440"/>
            <a:ext cx="1280160" cy="1280160"/>
          </a:xfrm>
          <a:prstGeom prst="ellipse">
            <a:avLst/>
          </a:prstGeom>
          <a:solidFill>
            <a:srgbClr val="C9D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7548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11827"/>
                </a:solidFill>
                <a:latin typeface="微软雅黑"/>
                <a:ea typeface="微软雅黑"/>
              </a:rPr>
              <a:t>问题与场景：企业软件研发的“最后一公里”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1170432"/>
            <a:ext cx="100584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10698480" cy="4526279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103120"/>
            <a:ext cx="9784080" cy="370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AI 编码助手只能补全片段，无法独立完成需求→上线全链路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计划、编码、测试、部署、修复跨多个工具与角色，人工切换成本高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“Demo 可用、生产难用”：缺少自动验证、执行证据与风险边界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行业普遍场景：重复业务系统构建、内部工具开发、MVP 快速验证等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Loafer 多 Agent 软件交付平台 · GOAI Agent Infra 初赛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822960"/>
            <a:ext cx="2926080" cy="2926080"/>
          </a:xfrm>
          <a:prstGeom prst="ellipse">
            <a:avLst/>
          </a:prstGeom>
          <a:solidFill>
            <a:srgbClr val="D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91440"/>
            <a:ext cx="1280160" cy="1280160"/>
          </a:xfrm>
          <a:prstGeom prst="ellipse">
            <a:avLst/>
          </a:prstGeom>
          <a:solidFill>
            <a:srgbClr val="C9D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7548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11827"/>
                </a:solidFill>
                <a:latin typeface="微软雅黑"/>
                <a:ea typeface="微软雅黑"/>
              </a:rPr>
              <a:t>价值主张：从一句话需求到可访问 URL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1170432"/>
            <a:ext cx="100584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10698480" cy="4526279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103120"/>
            <a:ext cx="9784080" cy="370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输入：自然语言需求（如“做一个带登录的轻量待办应用”）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输出：可直接访问的生产服务 URL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中间过程：计划→模块→任务→代码→测试→修复→部署→验证，全部自动完成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人类角色：设定目标、观察过程、在关键节点确认或兜底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Loafer 多 Agent 软件交付平台 · GOAI Agent Infra 初赛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822960"/>
            <a:ext cx="2926080" cy="2926080"/>
          </a:xfrm>
          <a:prstGeom prst="ellipse">
            <a:avLst/>
          </a:prstGeom>
          <a:solidFill>
            <a:srgbClr val="D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91440"/>
            <a:ext cx="1280160" cy="1280160"/>
          </a:xfrm>
          <a:prstGeom prst="ellipse">
            <a:avLst/>
          </a:prstGeom>
          <a:solidFill>
            <a:srgbClr val="C9D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7548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11827"/>
                </a:solidFill>
                <a:latin typeface="微软雅黑"/>
                <a:ea typeface="微软雅黑"/>
              </a:rPr>
              <a:t>方案总览：基于 AgentTeams 的 Manager-Worker 架构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1170432"/>
            <a:ext cx="100584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10698480" cy="4526279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103120"/>
            <a:ext cx="9784080" cy="370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Manager Agent：需求理解、计划生成、任务拆解、编排调度、全局决策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Worker Agents：8 个职能 Agent 各司其职，按依赖串/并行执行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协作空间：数据库状态机 + SSE 实时事件流，过程透明可审计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工具网关：统一 SSH/Git/Nginx/Playwright/Shell 接入，凭证不暴露给 Agent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人类监督：Web UI 实时日志、状态面板、暂停/重跑/手动完成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Loafer 多 Agent 软件交付平台 · GOAI Agent Infra 初赛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822960"/>
            <a:ext cx="2926080" cy="2926080"/>
          </a:xfrm>
          <a:prstGeom prst="ellipse">
            <a:avLst/>
          </a:prstGeom>
          <a:solidFill>
            <a:srgbClr val="D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91440"/>
            <a:ext cx="1280160" cy="1280160"/>
          </a:xfrm>
          <a:prstGeom prst="ellipse">
            <a:avLst/>
          </a:prstGeom>
          <a:solidFill>
            <a:srgbClr val="C9D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7548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11827"/>
                </a:solidFill>
                <a:latin typeface="微软雅黑"/>
                <a:ea typeface="微软雅黑"/>
              </a:rPr>
              <a:t>Agent 身份清单：8 个职能 Agent 覆盖全生命周期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1170432"/>
            <a:ext cx="100584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691640"/>
          <a:ext cx="10698479" cy="47109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56708"/>
                <a:gridCol w="4776107"/>
                <a:gridCol w="2865664"/>
              </a:tblGrid>
              <a:tr h="52344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Agent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核心职责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对应 Skill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523443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计划生成 Agent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需求 → 项目级执行计划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PlanSkill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523443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任务分解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计划 → 带依赖的模块与任务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DecomposeSkill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443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开发 Agent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按任务步骤编写/修改代码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CodeSkill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523443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测试设计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根据已实现代码生成 API + Web 用例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TestDesignSkill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443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测试执行 Agent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运行 API / Playwright UI 测试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TestExecuteSkill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523443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修复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读取失败明细，自动改代码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FixSkill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443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部署 Agent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构建、上传、启动、配置 Nginx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DeploySkill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52344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基础架构校验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验证基础设施模块可构建启动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InfraVerifySkill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Loafer 多 Agent 软件交付平台 · GOAI Agent Infra 初赛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822960"/>
            <a:ext cx="2926080" cy="2926080"/>
          </a:xfrm>
          <a:prstGeom prst="ellipse">
            <a:avLst/>
          </a:prstGeom>
          <a:solidFill>
            <a:srgbClr val="D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91440"/>
            <a:ext cx="1280160" cy="1280160"/>
          </a:xfrm>
          <a:prstGeom prst="ellipse">
            <a:avLst/>
          </a:prstGeom>
          <a:solidFill>
            <a:srgbClr val="C9D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7548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11827"/>
                </a:solidFill>
                <a:latin typeface="微软雅黑"/>
                <a:ea typeface="微软雅黑"/>
              </a:rPr>
              <a:t>任务拆解与上下文传递：结构化状态机驱动协同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1170432"/>
            <a:ext cx="100584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10698480" cy="4526279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103120"/>
            <a:ext cx="9784080" cy="370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三层拆解：ExecutionPlan → Module → Task → Step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依赖编排：sequence_number + blocked_by，业务模块严格串行过质量门禁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上下文载体：数据库状态表 + 文件系统产物 + 提示词注入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状态流转：待执行 → 执行中 → 待测试 → 测试中 → 完成 / 测试失败 / 失败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Loafer 多 Agent 软件交付平台 · GOAI Agent Infra 初赛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822960"/>
            <a:ext cx="2926080" cy="2926080"/>
          </a:xfrm>
          <a:prstGeom prst="ellipse">
            <a:avLst/>
          </a:prstGeom>
          <a:solidFill>
            <a:srgbClr val="D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91440"/>
            <a:ext cx="1280160" cy="1280160"/>
          </a:xfrm>
          <a:prstGeom prst="ellipse">
            <a:avLst/>
          </a:prstGeom>
          <a:solidFill>
            <a:srgbClr val="C9D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7548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11827"/>
                </a:solidFill>
                <a:latin typeface="微软雅黑"/>
                <a:ea typeface="微软雅黑"/>
              </a:rPr>
              <a:t>Skill 工程体系：契约维度完整覆盖评审核验点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1170432"/>
            <a:ext cx="100584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29844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B7789"/>
                </a:solidFill>
                <a:latin typeface="微软雅黑"/>
                <a:ea typeface="微软雅黑"/>
              </a:rPr>
              <a:t>已落地：internal/engine/skill 注册表 + /projects/:id/available-skills API + 单测校验契约完整性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691640"/>
          <a:ext cx="10698479" cy="47109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92531"/>
                <a:gridCol w="8405948"/>
              </a:tblGrid>
              <a:tr h="52344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契约维度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定义 / 核验点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523443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输入输出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Inputs / Outputs 明确，8 个 Skill 均有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523443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调用条件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何时可被 Agent 调用（如业务模块任务完成后）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443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依赖工具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Claude CLI / SSH / Playwright / Shell / Nginx 等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523443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失败处理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快速失败 / 降级自由测试 / 修复循环 / 熔断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443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验证方式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自动测试门禁 / JSON Schema 校验 / 构建启动校验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523443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复用价值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跨项目复用模板、Schema 与执行证据格式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443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版本演进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语义化版本 v1.0，变更记入 changelog，向后兼容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52344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开源分发设计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Schema + 提示词模板 + 部署脚本分发，Apache-2.0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Loafer 多 Agent 软件交付平台 · GOAI Agent Infra 初赛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822960"/>
            <a:ext cx="2926080" cy="2926080"/>
          </a:xfrm>
          <a:prstGeom prst="ellipse">
            <a:avLst/>
          </a:prstGeom>
          <a:solidFill>
            <a:srgbClr val="D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91440"/>
            <a:ext cx="1280160" cy="1280160"/>
          </a:xfrm>
          <a:prstGeom prst="ellipse">
            <a:avLst/>
          </a:prstGeom>
          <a:solidFill>
            <a:srgbClr val="C9D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7548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11827"/>
                </a:solidFill>
                <a:latin typeface="微软雅黑"/>
                <a:ea typeface="微软雅黑"/>
              </a:rPr>
              <a:t>MCP 与工具集成：等价契约 + 平滑迁移路径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1170432"/>
            <a:ext cx="100584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10698480" cy="4526279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103120"/>
            <a:ext cx="9784080" cy="370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当前工具：SSHDeployTool、PlaywrightTool、APIScriptTool、GitTool、NginxTool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等价契约已明确：调用入口、Schema、鉴权、重试、幂等、审计、降级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迁移到 MCP：将每个工具封装为独立 MCP Server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优势：当前设计已完成 Schema 与审计，迁移只需协议适配，无需重写调用链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Loafer 多 Agent 软件交付平台 · GOAI Agent Infra 初赛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822960"/>
            <a:ext cx="2926080" cy="2926080"/>
          </a:xfrm>
          <a:prstGeom prst="ellipse">
            <a:avLst/>
          </a:prstGeom>
          <a:solidFill>
            <a:srgbClr val="D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91440"/>
            <a:ext cx="1280160" cy="1280160"/>
          </a:xfrm>
          <a:prstGeom prst="ellipse">
            <a:avLst/>
          </a:prstGeom>
          <a:solidFill>
            <a:srgbClr val="C9D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7548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11827"/>
                </a:solidFill>
                <a:latin typeface="微软雅黑"/>
                <a:ea typeface="微软雅黑"/>
              </a:rPr>
              <a:t>核心闭环：业务模块自动测试门禁（最多 3 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1170432"/>
            <a:ext cx="100584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10698480" cy="4526279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103120"/>
            <a:ext cx="9784080" cy="370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① 第 0 步：测试设计 Agent 生成 API / Playwright 用例（幂等）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② 第 1~3 轮：部署 Agent 全量部署 → 测试 Agent 执行用例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③ 失败 → 修复 Agent 读取失败明细改代码 → 回到 ②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④ 通过 → 模块置为完成，继续下一模块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⑤ 3 轮耗尽 → 流水线暂停，人工确认后断点续跑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Loafer 多 Agent 软件交付平台 · GOAI Agent Infra 初赛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822960"/>
            <a:ext cx="2926080" cy="2926080"/>
          </a:xfrm>
          <a:prstGeom prst="ellipse">
            <a:avLst/>
          </a:prstGeom>
          <a:solidFill>
            <a:srgbClr val="D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91440"/>
            <a:ext cx="1280160" cy="1280160"/>
          </a:xfrm>
          <a:prstGeom prst="ellipse">
            <a:avLst/>
          </a:prstGeom>
          <a:solidFill>
            <a:srgbClr val="C9D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7548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11827"/>
                </a:solidFill>
                <a:latin typeface="微软雅黑"/>
                <a:ea typeface="微软雅黑"/>
              </a:rPr>
              <a:t>可观测、审计与断点续跑：从 Demo 到 Production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1170432"/>
            <a:ext cx="100584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10698480" cy="4526279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103120"/>
            <a:ext cx="9784080" cy="370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Trace：claude_call_records 记录每次 Agent 调用的 prompt/output/exit_code/session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Log：SSE/WebSocket 实时推送 + app.log / backend.log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Metrics：test_run 统计通过率/轮次/耗时；部署表统计成功率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证据：Playwright 终态/失败截图、部署记录、测试 JSON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断点续跑：基于状态机，重启流水线时自动从最近完成点恢复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Loafer 多 Agent 软件交付平台 · GOAI Agent Infra 初赛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822960"/>
            <a:ext cx="2926080" cy="2926080"/>
          </a:xfrm>
          <a:prstGeom prst="ellipse">
            <a:avLst/>
          </a:prstGeom>
          <a:solidFill>
            <a:srgbClr val="D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91440"/>
            <a:ext cx="1280160" cy="1280160"/>
          </a:xfrm>
          <a:prstGeom prst="ellipse">
            <a:avLst/>
          </a:prstGeom>
          <a:solidFill>
            <a:srgbClr val="C9D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7548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11827"/>
                </a:solidFill>
                <a:latin typeface="微软雅黑"/>
                <a:ea typeface="微软雅黑"/>
              </a:rPr>
              <a:t>安全边界与风险控制：高风险动作可审计、可暂停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1170432"/>
            <a:ext cx="100584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10698480" cy="4526279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103120"/>
            <a:ext cx="9784080" cy="370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敏感凭证：SSH Key、数据库密码、JWT Secret 由服务层注入，不交给 Agent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部署安全：force 参数显式控制覆盖式重部署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失败熔断：基础架构模块失败立即终止；业务模块失败进入自动修复循环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人工兜底：自动测试 3 轮耗尽后暂停；UI 提供“标记完成”跳过异常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审计：所有 Agent 调用、工具执行、状态变更持久化到数据库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Loafer 多 Agent 软件交付平台 · GOAI Agent Infra 初赛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822960"/>
            <a:ext cx="2926080" cy="2926080"/>
          </a:xfrm>
          <a:prstGeom prst="ellipse">
            <a:avLst/>
          </a:prstGeom>
          <a:solidFill>
            <a:srgbClr val="D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91440"/>
            <a:ext cx="1280160" cy="1280160"/>
          </a:xfrm>
          <a:prstGeom prst="ellipse">
            <a:avLst/>
          </a:prstGeom>
          <a:solidFill>
            <a:srgbClr val="C9D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7548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11827"/>
                </a:solidFill>
                <a:latin typeface="微软雅黑"/>
                <a:ea typeface="微软雅黑"/>
              </a:rPr>
              <a:t>工程落地可行性：技术栈与运行状态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1170432"/>
            <a:ext cx="100584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10698480" cy="4526279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103120"/>
            <a:ext cx="9784080" cy="370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8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800" b="0">
                <a:solidFill>
                  <a:srgbClr val="334155"/>
                </a:solidFill>
                <a:latin typeface="微软雅黑"/>
                <a:ea typeface="微软雅黑"/>
              </a:rPr>
              <a:t>后端：Go 1.21 + Gin + GORM + MySQL（约 1.95 万行 Go 代码）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8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800" b="0">
                <a:solidFill>
                  <a:srgbClr val="334155"/>
                </a:solidFill>
                <a:latin typeface="微软雅黑"/>
                <a:ea typeface="微软雅黑"/>
              </a:rPr>
              <a:t>前端：Vue 3 + TypeScript + Element Plus + Vite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8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800" b="0">
                <a:solidFill>
                  <a:srgbClr val="334155"/>
                </a:solidFill>
                <a:latin typeface="微软雅黑"/>
                <a:ea typeface="微软雅黑"/>
              </a:rPr>
              <a:t>Agent 执行层：Claude Code CLI（--print 离线模式）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8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800" b="0">
                <a:solidFill>
                  <a:srgbClr val="334155"/>
                </a:solidFill>
                <a:latin typeface="微软雅黑"/>
                <a:ea typeface="微软雅黑"/>
              </a:rPr>
              <a:t>部署：本地构建 + tar 流上传远程服务器 + Nginx 反向代理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8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800" b="1">
                <a:solidFill>
                  <a:srgbClr val="2563EB"/>
                </a:solidFill>
                <a:latin typeface="微软雅黑"/>
                <a:ea typeface="微软雅黑"/>
              </a:rPr>
              <a:t>当前状态：已实现全链路自动化，完成多个 Demo 端到端交付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Loafer 多 Agent 软件交付平台 · GOAI Agent Infra 初赛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822960"/>
            <a:ext cx="2926080" cy="2926080"/>
          </a:xfrm>
          <a:prstGeom prst="ellipse">
            <a:avLst/>
          </a:prstGeom>
          <a:solidFill>
            <a:srgbClr val="D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91440"/>
            <a:ext cx="1280160" cy="1280160"/>
          </a:xfrm>
          <a:prstGeom prst="ellipse">
            <a:avLst/>
          </a:prstGeom>
          <a:solidFill>
            <a:srgbClr val="C9D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7548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11827"/>
                </a:solidFill>
                <a:latin typeface="微软雅黑"/>
                <a:ea typeface="微软雅黑"/>
              </a:rPr>
              <a:t>当前进展与验证证据：137 次提交，质量闭环已跑通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1170432"/>
            <a:ext cx="100584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10698480" cy="4526279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103120"/>
            <a:ext cx="9784080" cy="370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自动用例生成：API + Playwright 场景由测试设计 Agent 自动生成并落库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场景级执行：按名匹配回写模块用例，前端展示通过/失败与截图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失败自动修复：开发 Agent 读取失败明细，修复后重部署重测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截图与报告：终态图、错误图、JSON 结果报告、integration-test-report.html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断点续跑：历史空用例模块重启自动补生成，失败模块修复后可恢复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Loafer 多 Agent 软件交付平台 · GOAI Agent Infra 初赛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822960"/>
            <a:ext cx="2926080" cy="2926080"/>
          </a:xfrm>
          <a:prstGeom prst="ellipse">
            <a:avLst/>
          </a:prstGeom>
          <a:solidFill>
            <a:srgbClr val="D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91440"/>
            <a:ext cx="1280160" cy="1280160"/>
          </a:xfrm>
          <a:prstGeom prst="ellipse">
            <a:avLst/>
          </a:prstGeom>
          <a:solidFill>
            <a:srgbClr val="C9D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7548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11827"/>
                </a:solidFill>
                <a:latin typeface="微软雅黑"/>
                <a:ea typeface="微软雅黑"/>
              </a:rPr>
              <a:t>开放与开源计划：从内部平台到可复用 Agent Infra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1170432"/>
            <a:ext cx="100584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10698480" cy="4526279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103120"/>
            <a:ext cx="9784080" cy="370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700" b="0">
                <a:solidFill>
                  <a:srgbClr val="334155"/>
                </a:solidFill>
                <a:latin typeface="微软雅黑"/>
                <a:ea typeface="微软雅黑"/>
              </a:rPr>
              <a:t>开源 Skill 契约：Agent Identity 模板、输入输出 Schema、失败处理规范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700" b="0">
                <a:solidFill>
                  <a:srgbClr val="334155"/>
                </a:solidFill>
                <a:latin typeface="微软雅黑"/>
                <a:ea typeface="微软雅黑"/>
              </a:rPr>
              <a:t>开源运行证据格式：测试结果 JSON、截图命名规范、调用记录结构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700" b="0">
                <a:solidFill>
                  <a:srgbClr val="334155"/>
                </a:solidFill>
                <a:latin typeface="微软雅黑"/>
                <a:ea typeface="微软雅黑"/>
              </a:rPr>
              <a:t>贡献 MCP Server：将部署、测试、Git、Nginx 工具封装为标准 MCP Server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700" b="0">
                <a:solidFill>
                  <a:srgbClr val="334155"/>
                </a:solidFill>
                <a:latin typeface="微软雅黑"/>
                <a:ea typeface="微软雅黑"/>
              </a:rPr>
              <a:t>社区场景：支持更多技术栈（Python/Java）、更多测试框架、CI/CD 集成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2563EB"/>
                </a:solidFill>
                <a:latin typeface="微软雅黑"/>
                <a:ea typeface="微软雅黑"/>
              </a:rPr>
              <a:t>•  </a:t>
            </a:r>
            <a:r>
              <a:rPr sz="1700" b="0">
                <a:solidFill>
                  <a:srgbClr val="334155"/>
                </a:solidFill>
                <a:latin typeface="微软雅黑"/>
                <a:ea typeface="微软雅黑"/>
              </a:rPr>
              <a:t>许可证：计划采用 Apache 2.0 或 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Loafer 多 Agent 软件交付平台 · GOAI Agent Infra 初赛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822960"/>
            <a:ext cx="2926080" cy="2926080"/>
          </a:xfrm>
          <a:prstGeom prst="ellipse">
            <a:avLst/>
          </a:prstGeom>
          <a:solidFill>
            <a:srgbClr val="D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91440"/>
            <a:ext cx="1280160" cy="1280160"/>
          </a:xfrm>
          <a:prstGeom prst="ellipse">
            <a:avLst/>
          </a:prstGeom>
          <a:solidFill>
            <a:srgbClr val="C9D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7548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11827"/>
                </a:solidFill>
                <a:latin typeface="微软雅黑"/>
                <a:ea typeface="微软雅黑"/>
              </a:rPr>
              <a:t>总结：Loafer = 软件研发领域的 Agent Infra 实践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1170432"/>
            <a:ext cx="100584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10698480" cy="452628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194560"/>
            <a:ext cx="97840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✓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以 AgentTeams Manager-Worker 为设计基点，8 个 Agent 完成端到端交付</a:t>
            </a:r>
          </a:p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✓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Skill 能力契约层已落地，执行绑定与 MCP 暴露为复赛路线图</a:t>
            </a:r>
          </a:p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✓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自动测试门禁、可观测、审计、断点续跑，具备 Production 潜力</a:t>
            </a:r>
          </a:p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900" b="1">
                <a:solidFill>
                  <a:srgbClr val="2563EB"/>
                </a:solidFill>
                <a:latin typeface="微软雅黑"/>
                <a:ea typeface="微软雅黑"/>
              </a:rPr>
              <a:t>✓  </a:t>
            </a:r>
            <a:r>
              <a:rPr sz="1900" b="0">
                <a:solidFill>
                  <a:srgbClr val="334155"/>
                </a:solidFill>
                <a:latin typeface="微软雅黑"/>
                <a:ea typeface="微软雅黑"/>
              </a:rPr>
              <a:t>已验证可行，计划开源，目标成为企业软件交付的多 Agent 基座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Loafer 多 Agent 软件交付平台 · GOAI Agent Infra 初赛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822960"/>
            <a:ext cx="2926080" cy="2926080"/>
          </a:xfrm>
          <a:prstGeom prst="ellipse">
            <a:avLst/>
          </a:prstGeom>
          <a:solidFill>
            <a:srgbClr val="D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91440"/>
            <a:ext cx="1280160" cy="1280160"/>
          </a:xfrm>
          <a:prstGeom prst="ellipse">
            <a:avLst/>
          </a:prstGeom>
          <a:solidFill>
            <a:srgbClr val="C9D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7548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11827"/>
                </a:solidFill>
                <a:latin typeface="微软雅黑"/>
                <a:ea typeface="微软雅黑"/>
              </a:rPr>
              <a:t>附录：与评分标准对照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1170432"/>
            <a:ext cx="100584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691640"/>
          <a:ext cx="10698478" cy="3174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47752"/>
                <a:gridCol w="1050743"/>
                <a:gridCol w="6399983"/>
              </a:tblGrid>
              <a:tr h="5291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评分维度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权重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Loafer 对应内容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52913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场景价值与行业可复制性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25%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软件研发全流程自动化，Go+Vue 业务系统快速构建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52913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多 Agent 协同与自主闭环能力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Manager-Worker 架构、状态机、上下文传递、审批与回滚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913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Skill 工程体系与生态复用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25%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8 大 Skill 契约、输入输出契约、MCP 迁移路径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52913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工程落地、运行验证与安全可审计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已运行 Demo、测试门禁、截图证据、调用记录、部署日志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9136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微软雅黑"/>
                          <a:ea typeface="微软雅黑"/>
                        </a:rPr>
                        <a:t>开放/开源贡献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5%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计划开源 Skill 契约、运行证据格式、MCP Server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Loafer 多 Agent 软件交付平台 · GOAI Agent Infra 初赛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789"/>
                </a:solidFill>
                <a:latin typeface="微软雅黑"/>
                <a:ea typeface="微软雅黑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